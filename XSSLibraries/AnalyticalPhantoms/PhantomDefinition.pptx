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100" d="100"/>
          <a:sy n="100" d="100"/>
        </p:scale>
        <p:origin x="1830" y="1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9EECD-FD29-8A92-9218-BB803B49BD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ED0A8B-E09D-AAFE-2CF7-CFC87503ED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B76519-527F-881E-E34A-436AA9B12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AAF63-571B-40C3-9542-D2C467336DC8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90A139-5182-5FE0-D1F3-6F24197E2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84964-DAD3-57FC-C61D-5D119D9E9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574F4-8702-4439-8715-95BCA47889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177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360E8-04F3-1106-C5AD-24D2BB3F0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E25B4-D94B-4A1A-9C09-4498AF929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FC5BEE-1E09-56EE-A082-156802DAA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AAF63-571B-40C3-9542-D2C467336DC8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14190-9699-2080-44B3-94F1A3D7C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9C947-185F-2E0C-184D-8D060624E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574F4-8702-4439-8715-95BCA47889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313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457EF-2F33-DC2B-C2BF-FAA0EE153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1396AB-F096-771C-5794-39B0697A6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B16A3C-1A75-B968-E1B7-0D095DFB2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AAF63-571B-40C3-9542-D2C467336DC8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F3DC62-CD59-7A0C-D128-B64866852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CFB6D2-D186-A90D-7D60-5FE2E65C0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574F4-8702-4439-8715-95BCA47889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316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F7075-F2C6-6E5F-D8DA-151B76E23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4E6BD-019F-F600-6206-B0DF643BF4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6A81F3-CA8C-02E2-6270-03471CE983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52958C-E620-40A4-245E-06367CE9D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AAF63-571B-40C3-9542-D2C467336DC8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09D644-E6D1-60FD-C236-D40B1C059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87BA48-8C00-8C85-D59A-6B87AE3C8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574F4-8702-4439-8715-95BCA47889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360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F1600-6E3E-4712-6342-FB157D853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4D94A-2FB5-60A5-E38C-BF6BEF2337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0BD68E-5CEE-24DD-087E-31FCA14E48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34A4E6-1789-1171-659E-E7E7411684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4A4D24-E660-87FB-3D7C-17AF3D3F78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68EBB5-D2A1-36E4-7563-480BFE621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AAF63-571B-40C3-9542-D2C467336DC8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E5B53C-ED17-7513-8053-495ED9277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EFC947-FEAA-E800-9BE9-079650211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574F4-8702-4439-8715-95BCA47889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747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65E72-0D7E-630B-75F0-55A0CE55E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F1FE7E-04C5-BD8F-F229-74A6B88C5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AAF63-571B-40C3-9542-D2C467336DC8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D4D51E-5DBE-850E-954B-47CD9CFD2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33CE16-63BF-1E4B-7ED1-56C385686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574F4-8702-4439-8715-95BCA47889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545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06BFF7-89F8-5764-A53D-45174DACF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AAF63-571B-40C3-9542-D2C467336DC8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06CDEB-71DE-FD35-4ACC-FDE645CED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4A82DD-4D0C-2C7B-B557-A9356B98F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574F4-8702-4439-8715-95BCA47889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579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8854A-DB4C-55F4-CAFB-9137FA48A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D06B5-1DB6-167F-7F30-1BDA5994A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56A545-FEF8-3101-D1F4-7B6A56A09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68A436-7A85-5237-2C2D-29B782E17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AAF63-571B-40C3-9542-D2C467336DC8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D3D4ED-A99B-1FA0-5642-FC0DF01AE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14BDE0-A6D3-9978-1CEF-1B28976A3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574F4-8702-4439-8715-95BCA47889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405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B261C-FC2A-FE43-59C0-AC2441A31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FD2813-5B13-080E-A4AE-36075C0A9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57BEF8-1731-15BE-6173-1655AC9E05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F557F1-FC30-41FB-08FD-EE16D4966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AAF63-571B-40C3-9542-D2C467336DC8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4B3433-2066-5A97-FE22-67B7622AF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FEB2B3-D39C-B8F8-7641-6770F06C3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574F4-8702-4439-8715-95BCA47889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479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72AA9-6E58-45B2-04D8-E8182E5C8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0AE48A-77C9-7A10-F817-D737E77BB2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F76D6-F9EC-4CC7-80F4-1013CBDC4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AAF63-571B-40C3-9542-D2C467336DC8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B06040-E7B5-2796-D6FF-23C32CABE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87E781-ECB1-F080-C202-90F1FB4AE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574F4-8702-4439-8715-95BCA47889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553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69124C-9B18-899F-150A-0F907332CC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618C2A-EB80-9A0D-7AC5-E84BFD475A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73B3C-EE40-2C10-68BF-B69F7BE25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AAF63-571B-40C3-9542-D2C467336DC8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950EF8-18E6-0D5C-B720-4E1F7156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A10E5B-EF3F-31FE-94ED-29914492F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574F4-8702-4439-8715-95BCA47889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68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0D5A9F-5803-1395-AB9A-D831ADEE6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46D8DA-C0DD-C570-264E-E489B3298C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C8391-6648-F263-7E73-FEBB2BD28D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BAAF63-571B-40C3-9542-D2C467336DC8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3AD49A-409F-2E18-5EEC-A7634613F9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DB82C7-CE26-07BA-68F8-CC66A15C84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7574F4-8702-4439-8715-95BCA47889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669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A0C568C-76B9-C675-F8DE-C9778B40F84E}"/>
              </a:ext>
            </a:extLst>
          </p:cNvPr>
          <p:cNvSpPr/>
          <p:nvPr/>
        </p:nvSpPr>
        <p:spPr>
          <a:xfrm>
            <a:off x="3197860" y="1584960"/>
            <a:ext cx="5669280" cy="384048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AA0DCEC-A756-D53C-7893-51B04208F47F}"/>
              </a:ext>
            </a:extLst>
          </p:cNvPr>
          <p:cNvSpPr/>
          <p:nvPr/>
        </p:nvSpPr>
        <p:spPr>
          <a:xfrm>
            <a:off x="3335020" y="1722120"/>
            <a:ext cx="5394960" cy="356616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4791906-9AF5-451C-6110-6549F2BA7F65}"/>
              </a:ext>
            </a:extLst>
          </p:cNvPr>
          <p:cNvSpPr/>
          <p:nvPr/>
        </p:nvSpPr>
        <p:spPr>
          <a:xfrm>
            <a:off x="4061460" y="2974340"/>
            <a:ext cx="1097280" cy="109728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4A8AE52-D12B-9011-A066-E64B42171FFA}"/>
              </a:ext>
            </a:extLst>
          </p:cNvPr>
          <p:cNvSpPr/>
          <p:nvPr/>
        </p:nvSpPr>
        <p:spPr>
          <a:xfrm>
            <a:off x="5637772" y="3048000"/>
            <a:ext cx="914400" cy="9144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D3353F8-C85C-DC61-BD89-90812C40A9DA}"/>
              </a:ext>
            </a:extLst>
          </p:cNvPr>
          <p:cNvSpPr/>
          <p:nvPr/>
        </p:nvSpPr>
        <p:spPr>
          <a:xfrm>
            <a:off x="4152900" y="3065780"/>
            <a:ext cx="914400" cy="9144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8C66D5-C6AD-94CB-E6F4-1546B5B4E9F1}"/>
              </a:ext>
            </a:extLst>
          </p:cNvPr>
          <p:cNvSpPr txBox="1"/>
          <p:nvPr/>
        </p:nvSpPr>
        <p:spPr>
          <a:xfrm>
            <a:off x="5225753" y="1159748"/>
            <a:ext cx="1768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[306,206]@0.95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9C4BEA-C409-5B21-BEC7-710D2EE22F58}"/>
              </a:ext>
            </a:extLst>
          </p:cNvPr>
          <p:cNvSpPr txBox="1"/>
          <p:nvPr/>
        </p:nvSpPr>
        <p:spPr>
          <a:xfrm>
            <a:off x="5368076" y="1853922"/>
            <a:ext cx="1455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[300,200]@1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A5242D-E9B7-2386-F370-E9D11B98E887}"/>
              </a:ext>
            </a:extLst>
          </p:cNvPr>
          <p:cNvSpPr txBox="1"/>
          <p:nvPr/>
        </p:nvSpPr>
        <p:spPr>
          <a:xfrm>
            <a:off x="4016768" y="2559288"/>
            <a:ext cx="1398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[60,60]@1.8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BE07666-3495-2481-C435-08FE8A64483A}"/>
              </a:ext>
            </a:extLst>
          </p:cNvPr>
          <p:cNvSpPr/>
          <p:nvPr/>
        </p:nvSpPr>
        <p:spPr>
          <a:xfrm>
            <a:off x="7077952" y="2974340"/>
            <a:ext cx="1097280" cy="109728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EE7147C-95B4-A4DF-7425-D0D7C80B3AC9}"/>
              </a:ext>
            </a:extLst>
          </p:cNvPr>
          <p:cNvSpPr/>
          <p:nvPr/>
        </p:nvSpPr>
        <p:spPr>
          <a:xfrm>
            <a:off x="7169392" y="3065780"/>
            <a:ext cx="914400" cy="9144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9174B5C-77E6-9837-5A8D-E0FC54249FFD}"/>
              </a:ext>
            </a:extLst>
          </p:cNvPr>
          <p:cNvSpPr txBox="1"/>
          <p:nvPr/>
        </p:nvSpPr>
        <p:spPr>
          <a:xfrm>
            <a:off x="6927522" y="2559288"/>
            <a:ext cx="1398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[60,60]@1.8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4881670-5D11-FF89-4EFE-1CDA763EFCCE}"/>
              </a:ext>
            </a:extLst>
          </p:cNvPr>
          <p:cNvSpPr txBox="1"/>
          <p:nvPr/>
        </p:nvSpPr>
        <p:spPr>
          <a:xfrm>
            <a:off x="3969936" y="4163060"/>
            <a:ext cx="1398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[50,50]@1.5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C8FBEF0-01D9-2371-10CD-2D25EA261355}"/>
              </a:ext>
            </a:extLst>
          </p:cNvPr>
          <p:cNvSpPr/>
          <p:nvPr/>
        </p:nvSpPr>
        <p:spPr>
          <a:xfrm>
            <a:off x="5684520" y="3093720"/>
            <a:ext cx="822960" cy="82296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8F05537-FE5D-B5EA-53F3-BD62F98A86FC}"/>
              </a:ext>
            </a:extLst>
          </p:cNvPr>
          <p:cNvSpPr txBox="1"/>
          <p:nvPr/>
        </p:nvSpPr>
        <p:spPr>
          <a:xfrm>
            <a:off x="5459445" y="2655808"/>
            <a:ext cx="1521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[50,50]@0.95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0476947-430E-6FD5-52E6-869FFE600EE4}"/>
              </a:ext>
            </a:extLst>
          </p:cNvPr>
          <p:cNvSpPr txBox="1"/>
          <p:nvPr/>
        </p:nvSpPr>
        <p:spPr>
          <a:xfrm>
            <a:off x="5606077" y="4008120"/>
            <a:ext cx="1208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[44,44]@1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FA39ACA-BAAD-1F64-C867-00CEAE88DD71}"/>
              </a:ext>
            </a:extLst>
          </p:cNvPr>
          <p:cNvSpPr/>
          <p:nvPr/>
        </p:nvSpPr>
        <p:spPr>
          <a:xfrm>
            <a:off x="5929872" y="3329424"/>
            <a:ext cx="330200" cy="508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77D6D6-895F-F88E-9494-D253B836BFA4}"/>
              </a:ext>
            </a:extLst>
          </p:cNvPr>
          <p:cNvSpPr txBox="1"/>
          <p:nvPr/>
        </p:nvSpPr>
        <p:spPr>
          <a:xfrm>
            <a:off x="5649202" y="4506754"/>
            <a:ext cx="1151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[5,1]@3.6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99C0CC2-2931-346C-A94F-5E6AA136E44C}"/>
              </a:ext>
            </a:extLst>
          </p:cNvPr>
          <p:cNvSpPr txBox="1"/>
          <p:nvPr/>
        </p:nvSpPr>
        <p:spPr>
          <a:xfrm>
            <a:off x="251791" y="225287"/>
            <a:ext cx="502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Pelvis_static_LAC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180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1F83B919-6353-DC62-03BD-CF10ABA256E8}"/>
              </a:ext>
            </a:extLst>
          </p:cNvPr>
          <p:cNvSpPr/>
          <p:nvPr/>
        </p:nvSpPr>
        <p:spPr>
          <a:xfrm>
            <a:off x="6008037" y="1545942"/>
            <a:ext cx="3383280" cy="338328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D9E1AC2-3CF5-1EC5-8321-B9E53AFB2A08}"/>
              </a:ext>
            </a:extLst>
          </p:cNvPr>
          <p:cNvSpPr/>
          <p:nvPr/>
        </p:nvSpPr>
        <p:spPr>
          <a:xfrm>
            <a:off x="6053758" y="1591662"/>
            <a:ext cx="3291840" cy="329184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CBCAC8-2E08-5A47-10B9-ED7D462DF026}"/>
              </a:ext>
            </a:extLst>
          </p:cNvPr>
          <p:cNvSpPr txBox="1"/>
          <p:nvPr/>
        </p:nvSpPr>
        <p:spPr>
          <a:xfrm>
            <a:off x="6677603" y="1176610"/>
            <a:ext cx="2648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D126mm – 150 HU (Skin)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223115-125B-5762-A651-61E6CDCA8218}"/>
              </a:ext>
            </a:extLst>
          </p:cNvPr>
          <p:cNvSpPr txBox="1"/>
          <p:nvPr/>
        </p:nvSpPr>
        <p:spPr>
          <a:xfrm>
            <a:off x="9076574" y="1906373"/>
            <a:ext cx="2541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D120mm – 125 HU (Fat)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E4ED78C-3583-721F-83EA-468B2117F7AC}"/>
              </a:ext>
            </a:extLst>
          </p:cNvPr>
          <p:cNvSpPr/>
          <p:nvPr/>
        </p:nvSpPr>
        <p:spPr>
          <a:xfrm>
            <a:off x="8160353" y="2778653"/>
            <a:ext cx="822960" cy="8229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B2211A-5AC8-D707-B0EF-7891B8472FEE}"/>
              </a:ext>
            </a:extLst>
          </p:cNvPr>
          <p:cNvSpPr txBox="1"/>
          <p:nvPr/>
        </p:nvSpPr>
        <p:spPr>
          <a:xfrm>
            <a:off x="8913004" y="3005467"/>
            <a:ext cx="2704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D30mm – 150 HU (Gland)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68ADFFC-8BDE-ED4E-76E0-3E682330ABB4}"/>
              </a:ext>
            </a:extLst>
          </p:cNvPr>
          <p:cNvSpPr>
            <a:spLocks noChangeAspect="1"/>
          </p:cNvSpPr>
          <p:nvPr/>
        </p:nvSpPr>
        <p:spPr>
          <a:xfrm>
            <a:off x="6945297" y="2414622"/>
            <a:ext cx="1645920" cy="1645920"/>
          </a:xfrm>
          <a:prstGeom prst="ellipse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5EFE7A0-4B4D-1B1D-5421-4F523E7DAF46}"/>
              </a:ext>
            </a:extLst>
          </p:cNvPr>
          <p:cNvSpPr/>
          <p:nvPr/>
        </p:nvSpPr>
        <p:spPr>
          <a:xfrm>
            <a:off x="6945297" y="2414622"/>
            <a:ext cx="548640" cy="5486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565DE63-F041-F4E0-7ADF-931C9D960DBC}"/>
              </a:ext>
            </a:extLst>
          </p:cNvPr>
          <p:cNvSpPr/>
          <p:nvPr/>
        </p:nvSpPr>
        <p:spPr>
          <a:xfrm>
            <a:off x="7425357" y="3878555"/>
            <a:ext cx="274320" cy="27432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FEAE22-12AE-9489-058E-74DDCB4257B8}"/>
              </a:ext>
            </a:extLst>
          </p:cNvPr>
          <p:cNvSpPr txBox="1"/>
          <p:nvPr/>
        </p:nvSpPr>
        <p:spPr>
          <a:xfrm>
            <a:off x="6739318" y="1999570"/>
            <a:ext cx="1920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D20mm – 150 HU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DF61E9-9C1C-BB31-68AC-2824CC978230}"/>
              </a:ext>
            </a:extLst>
          </p:cNvPr>
          <p:cNvSpPr txBox="1"/>
          <p:nvPr/>
        </p:nvSpPr>
        <p:spPr>
          <a:xfrm>
            <a:off x="6858588" y="4198595"/>
            <a:ext cx="1920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D10mm – 150 HU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06620F7-B509-6175-4408-5B1F91E5DC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435"/>
          <a:stretch/>
        </p:blipFill>
        <p:spPr>
          <a:xfrm>
            <a:off x="1030866" y="1311965"/>
            <a:ext cx="4085631" cy="405895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8C75C6E-A054-7DCD-2AA7-448BA369532A}"/>
              </a:ext>
            </a:extLst>
          </p:cNvPr>
          <p:cNvSpPr txBox="1"/>
          <p:nvPr/>
        </p:nvSpPr>
        <p:spPr>
          <a:xfrm>
            <a:off x="3781763" y="3190133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1.15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92E455-9178-8FF2-BF8A-89D728891FDB}"/>
              </a:ext>
            </a:extLst>
          </p:cNvPr>
          <p:cNvSpPr txBox="1"/>
          <p:nvPr/>
        </p:nvSpPr>
        <p:spPr>
          <a:xfrm>
            <a:off x="3471421" y="1814904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1.15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98D2DE-435C-A9FD-895B-C5757C928389}"/>
              </a:ext>
            </a:extLst>
          </p:cNvPr>
          <p:cNvSpPr txBox="1"/>
          <p:nvPr/>
        </p:nvSpPr>
        <p:spPr>
          <a:xfrm>
            <a:off x="1785631" y="3052916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1.125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B07C60D-F4EC-6DEA-89B2-60A78FF298C0}"/>
              </a:ext>
            </a:extLst>
          </p:cNvPr>
          <p:cNvSpPr txBox="1"/>
          <p:nvPr/>
        </p:nvSpPr>
        <p:spPr>
          <a:xfrm>
            <a:off x="251791" y="225287"/>
            <a:ext cx="502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Breast_static_LAC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6694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7C67640-C4B3-4DC6-D272-31D476447AAC}"/>
              </a:ext>
            </a:extLst>
          </p:cNvPr>
          <p:cNvSpPr/>
          <p:nvPr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09E0582-BC4D-0467-D3F9-A83C91001A0D}"/>
              </a:ext>
            </a:extLst>
          </p:cNvPr>
          <p:cNvCxnSpPr>
            <a:cxnSpLocks/>
          </p:cNvCxnSpPr>
          <p:nvPr/>
        </p:nvCxnSpPr>
        <p:spPr>
          <a:xfrm>
            <a:off x="2692400" y="3429000"/>
            <a:ext cx="7213600" cy="0"/>
          </a:xfrm>
          <a:prstGeom prst="straightConnector1">
            <a:avLst/>
          </a:prstGeom>
          <a:ln w="6350">
            <a:solidFill>
              <a:srgbClr val="FF0000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E54546E-6C2B-9BF8-FCFC-4C8FCC18A561}"/>
              </a:ext>
            </a:extLst>
          </p:cNvPr>
          <p:cNvCxnSpPr>
            <a:cxnSpLocks/>
          </p:cNvCxnSpPr>
          <p:nvPr/>
        </p:nvCxnSpPr>
        <p:spPr>
          <a:xfrm flipV="1">
            <a:off x="6096000" y="317500"/>
            <a:ext cx="0" cy="6076950"/>
          </a:xfrm>
          <a:prstGeom prst="straightConnector1">
            <a:avLst/>
          </a:prstGeom>
          <a:ln w="6350">
            <a:solidFill>
              <a:srgbClr val="FF0000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77AB336-5547-64E7-077E-8144C0250008}"/>
              </a:ext>
            </a:extLst>
          </p:cNvPr>
          <p:cNvSpPr txBox="1"/>
          <p:nvPr/>
        </p:nvSpPr>
        <p:spPr>
          <a:xfrm>
            <a:off x="9970041" y="324433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35DCE2-633B-3CBA-144A-5C2562C8E765}"/>
              </a:ext>
            </a:extLst>
          </p:cNvPr>
          <p:cNvSpPr txBox="1"/>
          <p:nvPr/>
        </p:nvSpPr>
        <p:spPr>
          <a:xfrm>
            <a:off x="6223541" y="189984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6D1FB5A-02A1-326F-C4EE-0100B53DD1CE}"/>
              </a:ext>
            </a:extLst>
          </p:cNvPr>
          <p:cNvCxnSpPr>
            <a:endCxn id="4" idx="1"/>
          </p:cNvCxnSpPr>
          <p:nvPr/>
        </p:nvCxnSpPr>
        <p:spPr>
          <a:xfrm flipH="1" flipV="1">
            <a:off x="4156265" y="1489265"/>
            <a:ext cx="1939735" cy="1939735"/>
          </a:xfrm>
          <a:prstGeom prst="straightConnector1">
            <a:avLst/>
          </a:prstGeom>
          <a:ln w="6350"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26F49BA-E485-2ABA-85B3-329B15DF67B5}"/>
              </a:ext>
            </a:extLst>
          </p:cNvPr>
          <p:cNvCxnSpPr>
            <a:stCxn id="4" idx="1"/>
          </p:cNvCxnSpPr>
          <p:nvPr/>
        </p:nvCxnSpPr>
        <p:spPr>
          <a:xfrm flipH="1" flipV="1">
            <a:off x="3257550" y="1479550"/>
            <a:ext cx="898715" cy="9715"/>
          </a:xfrm>
          <a:prstGeom prst="line">
            <a:avLst/>
          </a:prstGeom>
          <a:ln w="635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6C80DC9-5B05-60EB-05B4-9B4815AE4B1F}"/>
              </a:ext>
            </a:extLst>
          </p:cNvPr>
          <p:cNvSpPr txBox="1"/>
          <p:nvPr/>
        </p:nvSpPr>
        <p:spPr>
          <a:xfrm>
            <a:off x="3417742" y="1119933"/>
            <a:ext cx="673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 cm</a:t>
            </a:r>
          </a:p>
        </p:txBody>
      </p:sp>
    </p:spTree>
    <p:extLst>
      <p:ext uri="{BB962C8B-B14F-4D97-AF65-F5344CB8AC3E}">
        <p14:creationId xmlns:p14="http://schemas.microsoft.com/office/powerpoint/2010/main" val="1950761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56B2A-B80E-78A0-4F45-D068D4B08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AF65CEA-D4FF-781C-2009-5051DC27CFF0}"/>
              </a:ext>
            </a:extLst>
          </p:cNvPr>
          <p:cNvSpPr/>
          <p:nvPr/>
        </p:nvSpPr>
        <p:spPr>
          <a:xfrm>
            <a:off x="5635626" y="685800"/>
            <a:ext cx="3203574" cy="5486400"/>
          </a:xfrm>
          <a:custGeom>
            <a:avLst/>
            <a:gdLst>
              <a:gd name="connsiteX0" fmla="*/ 460374 w 3203574"/>
              <a:gd name="connsiteY0" fmla="*/ 0 h 5486400"/>
              <a:gd name="connsiteX1" fmla="*/ 3203574 w 3203574"/>
              <a:gd name="connsiteY1" fmla="*/ 2743200 h 5486400"/>
              <a:gd name="connsiteX2" fmla="*/ 460374 w 3203574"/>
              <a:gd name="connsiteY2" fmla="*/ 5486400 h 5486400"/>
              <a:gd name="connsiteX3" fmla="*/ 179898 w 3203574"/>
              <a:gd name="connsiteY3" fmla="*/ 5472237 h 5486400"/>
              <a:gd name="connsiteX4" fmla="*/ 0 w 3203574"/>
              <a:gd name="connsiteY4" fmla="*/ 5444782 h 5486400"/>
              <a:gd name="connsiteX5" fmla="*/ 0 w 3203574"/>
              <a:gd name="connsiteY5" fmla="*/ 41619 h 5486400"/>
              <a:gd name="connsiteX6" fmla="*/ 179898 w 3203574"/>
              <a:gd name="connsiteY6" fmla="*/ 14163 h 5486400"/>
              <a:gd name="connsiteX7" fmla="*/ 460374 w 3203574"/>
              <a:gd name="connsiteY7" fmla="*/ 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03574" h="5486400">
                <a:moveTo>
                  <a:pt x="460374" y="0"/>
                </a:moveTo>
                <a:cubicBezTo>
                  <a:pt x="1975402" y="0"/>
                  <a:pt x="3203574" y="1228172"/>
                  <a:pt x="3203574" y="2743200"/>
                </a:cubicBezTo>
                <a:cubicBezTo>
                  <a:pt x="3203574" y="4258228"/>
                  <a:pt x="1975402" y="5486400"/>
                  <a:pt x="460374" y="5486400"/>
                </a:cubicBezTo>
                <a:cubicBezTo>
                  <a:pt x="365685" y="5486400"/>
                  <a:pt x="272116" y="5481603"/>
                  <a:pt x="179898" y="5472237"/>
                </a:cubicBezTo>
                <a:lnTo>
                  <a:pt x="0" y="5444782"/>
                </a:lnTo>
                <a:lnTo>
                  <a:pt x="0" y="41619"/>
                </a:lnTo>
                <a:lnTo>
                  <a:pt x="179898" y="14163"/>
                </a:lnTo>
                <a:cubicBezTo>
                  <a:pt x="272116" y="4798"/>
                  <a:pt x="365685" y="0"/>
                  <a:pt x="460374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0CF27B5-75E1-D74B-1B55-313B4C236018}"/>
              </a:ext>
            </a:extLst>
          </p:cNvPr>
          <p:cNvCxnSpPr>
            <a:cxnSpLocks/>
          </p:cNvCxnSpPr>
          <p:nvPr/>
        </p:nvCxnSpPr>
        <p:spPr>
          <a:xfrm>
            <a:off x="2692400" y="3429000"/>
            <a:ext cx="72136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3E5B184-0D59-6200-D1CE-CC098DBDA3D8}"/>
              </a:ext>
            </a:extLst>
          </p:cNvPr>
          <p:cNvCxnSpPr>
            <a:cxnSpLocks/>
          </p:cNvCxnSpPr>
          <p:nvPr/>
        </p:nvCxnSpPr>
        <p:spPr>
          <a:xfrm flipV="1">
            <a:off x="6096000" y="317500"/>
            <a:ext cx="0" cy="60769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8BFB999-BCFA-6EA1-8D48-D9A63BE79091}"/>
              </a:ext>
            </a:extLst>
          </p:cNvPr>
          <p:cNvSpPr txBox="1"/>
          <p:nvPr/>
        </p:nvSpPr>
        <p:spPr>
          <a:xfrm>
            <a:off x="9970041" y="3244334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D7F7AD-748E-D463-6BAE-8929BE5B9A90}"/>
              </a:ext>
            </a:extLst>
          </p:cNvPr>
          <p:cNvSpPr txBox="1"/>
          <p:nvPr/>
        </p:nvSpPr>
        <p:spPr>
          <a:xfrm>
            <a:off x="6223541" y="189984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280648A-D34D-1C42-FD1E-6EF3662992D7}"/>
              </a:ext>
            </a:extLst>
          </p:cNvPr>
          <p:cNvCxnSpPr>
            <a:cxnSpLocks/>
          </p:cNvCxnSpPr>
          <p:nvPr/>
        </p:nvCxnSpPr>
        <p:spPr>
          <a:xfrm flipV="1">
            <a:off x="6096000" y="1489265"/>
            <a:ext cx="1939735" cy="1939735"/>
          </a:xfrm>
          <a:prstGeom prst="straightConnector1">
            <a:avLst/>
          </a:prstGeom>
          <a:ln w="6350"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F1C9EEE-474C-4053-F8F6-73718095282D}"/>
              </a:ext>
            </a:extLst>
          </p:cNvPr>
          <p:cNvCxnSpPr>
            <a:cxnSpLocks/>
          </p:cNvCxnSpPr>
          <p:nvPr/>
        </p:nvCxnSpPr>
        <p:spPr>
          <a:xfrm flipH="1" flipV="1">
            <a:off x="8035735" y="1486279"/>
            <a:ext cx="898715" cy="9715"/>
          </a:xfrm>
          <a:prstGeom prst="line">
            <a:avLst/>
          </a:prstGeom>
          <a:ln w="635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14EFA84-F00C-7E70-1C9F-1F13D462FB8B}"/>
              </a:ext>
            </a:extLst>
          </p:cNvPr>
          <p:cNvSpPr txBox="1"/>
          <p:nvPr/>
        </p:nvSpPr>
        <p:spPr>
          <a:xfrm>
            <a:off x="8213243" y="1116947"/>
            <a:ext cx="673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 cm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C70C0C7-C96E-8C9B-6B37-7D100CC4E256}"/>
              </a:ext>
            </a:extLst>
          </p:cNvPr>
          <p:cNvCxnSpPr>
            <a:cxnSpLocks/>
          </p:cNvCxnSpPr>
          <p:nvPr/>
        </p:nvCxnSpPr>
        <p:spPr>
          <a:xfrm flipH="1">
            <a:off x="5638800" y="1200150"/>
            <a:ext cx="457200" cy="0"/>
          </a:xfrm>
          <a:prstGeom prst="line">
            <a:avLst/>
          </a:prstGeom>
          <a:ln w="6350">
            <a:solidFill>
              <a:srgbClr val="FF0000"/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58DFCC5-0581-B3C1-6949-E1B24E9C735B}"/>
              </a:ext>
            </a:extLst>
          </p:cNvPr>
          <p:cNvSpPr txBox="1"/>
          <p:nvPr/>
        </p:nvSpPr>
        <p:spPr>
          <a:xfrm>
            <a:off x="5645149" y="1226162"/>
            <a:ext cx="450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 .0 cm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471A1E-3170-F1A7-6244-BF175DEF06BD}"/>
              </a:ext>
            </a:extLst>
          </p:cNvPr>
          <p:cNvSpPr txBox="1"/>
          <p:nvPr/>
        </p:nvSpPr>
        <p:spPr>
          <a:xfrm>
            <a:off x="565150" y="419100"/>
            <a:ext cx="40036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Fibroglandular: 2- 5cm</a:t>
            </a:r>
          </a:p>
          <a:p>
            <a:endParaRPr lang="en-US" dirty="0"/>
          </a:p>
          <a:p>
            <a:r>
              <a:rPr lang="en-US" dirty="0"/>
              <a:t>Microcalcification: 0.1 – 0.5 cm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4B9C047-041B-3D10-EAFA-E6C2E4B8A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493" y="2290674"/>
            <a:ext cx="4293731" cy="2276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285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4781A-C096-5BF3-F24F-D0BC377E4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262AD9-5C2C-30F0-3CD1-92C39DDC002C}"/>
              </a:ext>
            </a:extLst>
          </p:cNvPr>
          <p:cNvSpPr txBox="1"/>
          <p:nvPr/>
        </p:nvSpPr>
        <p:spPr>
          <a:xfrm>
            <a:off x="382855" y="224135"/>
            <a:ext cx="40036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Breast tissue </a:t>
            </a:r>
          </a:p>
          <a:p>
            <a:r>
              <a:rPr lang="en-US" dirty="0"/>
              <a:t>2. Fibroglandular: 2- 5cm</a:t>
            </a:r>
          </a:p>
          <a:p>
            <a:r>
              <a:rPr lang="en-US" dirty="0"/>
              <a:t>4. Breast tumor: 15 HU contrast</a:t>
            </a:r>
          </a:p>
          <a:p>
            <a:r>
              <a:rPr lang="en-US" dirty="0"/>
              <a:t>3. Microcalcification: 0.1 – 0.5 cm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8DBDAA2-2FD8-5079-952B-AD60F2E18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228" y="4117799"/>
            <a:ext cx="4293731" cy="2276651"/>
          </a:xfrm>
          <a:prstGeom prst="rect">
            <a:avLst/>
          </a:prstGeom>
        </p:spPr>
      </p:pic>
      <p:grpSp>
        <p:nvGrpSpPr>
          <p:cNvPr id="74" name="Group 73">
            <a:extLst>
              <a:ext uri="{FF2B5EF4-FFF2-40B4-BE49-F238E27FC236}">
                <a16:creationId xmlns:a16="http://schemas.microsoft.com/office/drawing/2014/main" id="{4987AF50-5A59-B1C6-C74D-21122C15B460}"/>
              </a:ext>
            </a:extLst>
          </p:cNvPr>
          <p:cNvGrpSpPr/>
          <p:nvPr/>
        </p:nvGrpSpPr>
        <p:grpSpPr>
          <a:xfrm>
            <a:off x="4421798" y="189984"/>
            <a:ext cx="6692128" cy="6204466"/>
            <a:chOff x="4421798" y="189984"/>
            <a:chExt cx="6692128" cy="6204466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7E619BD3-87A4-7266-3838-B33EA3C4A4A3}"/>
                </a:ext>
              </a:extLst>
            </p:cNvPr>
            <p:cNvGrpSpPr/>
            <p:nvPr/>
          </p:nvGrpSpPr>
          <p:grpSpPr>
            <a:xfrm>
              <a:off x="4878998" y="685800"/>
              <a:ext cx="5486400" cy="5486400"/>
              <a:chOff x="3352800" y="685800"/>
              <a:chExt cx="5486400" cy="5486400"/>
            </a:xfrm>
            <a:solidFill>
              <a:schemeClr val="bg2">
                <a:lumMod val="90000"/>
              </a:schemeClr>
            </a:solidFill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211DF092-C6B7-37C2-80E8-E570746DBE29}"/>
                  </a:ext>
                </a:extLst>
              </p:cNvPr>
              <p:cNvSpPr/>
              <p:nvPr/>
            </p:nvSpPr>
            <p:spPr>
              <a:xfrm>
                <a:off x="3352800" y="685800"/>
                <a:ext cx="5486400" cy="5486400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10745970-A84F-0114-2C75-6EBDDE867DE7}"/>
                  </a:ext>
                </a:extLst>
              </p:cNvPr>
              <p:cNvSpPr/>
              <p:nvPr/>
            </p:nvSpPr>
            <p:spPr>
              <a:xfrm>
                <a:off x="4499642" y="1835563"/>
                <a:ext cx="3200400" cy="3200400"/>
              </a:xfrm>
              <a:prstGeom prst="ellipse">
                <a:avLst/>
              </a:prstGeom>
              <a:grpFill/>
              <a:ln w="635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8A23ABBE-017C-53AF-ADDE-63D7383CB4E1}"/>
                </a:ext>
              </a:extLst>
            </p:cNvPr>
            <p:cNvCxnSpPr>
              <a:cxnSpLocks/>
            </p:cNvCxnSpPr>
            <p:nvPr/>
          </p:nvCxnSpPr>
          <p:spPr>
            <a:xfrm>
              <a:off x="4421798" y="3429000"/>
              <a:ext cx="6400800" cy="0"/>
            </a:xfrm>
            <a:prstGeom prst="straightConnector1">
              <a:avLst/>
            </a:prstGeom>
            <a:ln w="6350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303B0490-B043-884C-0DDC-AAF0A26519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22198" y="317500"/>
              <a:ext cx="0" cy="6076950"/>
            </a:xfrm>
            <a:prstGeom prst="straightConnector1">
              <a:avLst/>
            </a:prstGeom>
            <a:ln w="6350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4A6A4F1-FE7C-AD12-090B-BA7C3D1F2FE4}"/>
                </a:ext>
              </a:extLst>
            </p:cNvPr>
            <p:cNvSpPr txBox="1"/>
            <p:nvPr/>
          </p:nvSpPr>
          <p:spPr>
            <a:xfrm>
              <a:off x="10801020" y="324433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D9F86BE-858C-93C4-0748-A2E5E324FD5F}"/>
                </a:ext>
              </a:extLst>
            </p:cNvPr>
            <p:cNvSpPr txBox="1"/>
            <p:nvPr/>
          </p:nvSpPr>
          <p:spPr>
            <a:xfrm>
              <a:off x="7749739" y="189984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762E3813-74F6-673D-443A-1DB49A01B14A}"/>
                </a:ext>
              </a:extLst>
            </p:cNvPr>
            <p:cNvGrpSpPr/>
            <p:nvPr/>
          </p:nvGrpSpPr>
          <p:grpSpPr>
            <a:xfrm>
              <a:off x="8153323" y="3814771"/>
              <a:ext cx="1371600" cy="1371600"/>
              <a:chOff x="6627125" y="3814771"/>
              <a:chExt cx="1371600" cy="1371600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A4E01485-DA74-FCA0-F1AA-54DBA2D05619}"/>
                  </a:ext>
                </a:extLst>
              </p:cNvPr>
              <p:cNvSpPr/>
              <p:nvPr/>
            </p:nvSpPr>
            <p:spPr>
              <a:xfrm rot="18852103" flipH="1" flipV="1">
                <a:off x="6627125" y="3814771"/>
                <a:ext cx="1371600" cy="1371600"/>
              </a:xfrm>
              <a:prstGeom prst="ellipse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FB9918A5-8184-062C-A610-A51109C81FBD}"/>
                  </a:ext>
                </a:extLst>
              </p:cNvPr>
              <p:cNvSpPr/>
              <p:nvPr/>
            </p:nvSpPr>
            <p:spPr>
              <a:xfrm rot="10800000" flipH="1" flipV="1">
                <a:off x="7084326" y="4271971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77DAF376-E26A-88A5-C0C1-FF94A50C0EEA}"/>
                </a:ext>
              </a:extLst>
            </p:cNvPr>
            <p:cNvGrpSpPr/>
            <p:nvPr/>
          </p:nvGrpSpPr>
          <p:grpSpPr>
            <a:xfrm>
              <a:off x="5647180" y="3310174"/>
              <a:ext cx="1042314" cy="228600"/>
              <a:chOff x="4120982" y="3310174"/>
              <a:chExt cx="1042314" cy="228600"/>
            </a:xfrm>
          </p:grpSpPr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7E2C1A89-58D9-CAFA-FE1C-375EDB97AE59}"/>
                  </a:ext>
                </a:extLst>
              </p:cNvPr>
              <p:cNvSpPr/>
              <p:nvPr/>
            </p:nvSpPr>
            <p:spPr>
              <a:xfrm>
                <a:off x="4120982" y="3401614"/>
                <a:ext cx="45719" cy="45720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0F37DD52-D4EA-DE58-16D5-1008B615FD59}"/>
                  </a:ext>
                </a:extLst>
              </p:cNvPr>
              <p:cNvSpPr/>
              <p:nvPr/>
            </p:nvSpPr>
            <p:spPr>
              <a:xfrm>
                <a:off x="4252492" y="3378754"/>
                <a:ext cx="91440" cy="91440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75008050-6DB6-4D7E-0D7A-89EBA85312B3}"/>
                  </a:ext>
                </a:extLst>
              </p:cNvPr>
              <p:cNvSpPr/>
              <p:nvPr/>
            </p:nvSpPr>
            <p:spPr>
              <a:xfrm>
                <a:off x="4434834" y="3355894"/>
                <a:ext cx="137160" cy="137160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7DF880E6-A24D-1748-7334-CF8040877B1A}"/>
                  </a:ext>
                </a:extLst>
              </p:cNvPr>
              <p:cNvSpPr/>
              <p:nvPr/>
            </p:nvSpPr>
            <p:spPr>
              <a:xfrm>
                <a:off x="4662699" y="3333034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1CCE8CD9-DCB7-9D5E-DFD3-91D2A01C3267}"/>
                  </a:ext>
                </a:extLst>
              </p:cNvPr>
              <p:cNvSpPr/>
              <p:nvPr/>
            </p:nvSpPr>
            <p:spPr>
              <a:xfrm>
                <a:off x="4934696" y="3310174"/>
                <a:ext cx="228600" cy="228600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</p:grp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C8AC46A-97BF-25D7-A1A2-647B8CE69D98}"/>
                </a:ext>
              </a:extLst>
            </p:cNvPr>
            <p:cNvSpPr/>
            <p:nvPr/>
          </p:nvSpPr>
          <p:spPr>
            <a:xfrm>
              <a:off x="9048751" y="1761741"/>
              <a:ext cx="302090" cy="302006"/>
            </a:xfrm>
            <a:prstGeom prst="ellipse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355A8F8-E261-B34A-90E9-AE8ECDE7574B}"/>
                </a:ext>
              </a:extLst>
            </p:cNvPr>
            <p:cNvSpPr txBox="1"/>
            <p:nvPr/>
          </p:nvSpPr>
          <p:spPr>
            <a:xfrm>
              <a:off x="9152202" y="4301765"/>
              <a:ext cx="26666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2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3CFE61E0-AB99-C2AA-55D8-0FC4071C2069}"/>
                </a:ext>
              </a:extLst>
            </p:cNvPr>
            <p:cNvCxnSpPr>
              <a:endCxn id="10" idx="3"/>
            </p:cNvCxnSpPr>
            <p:nvPr/>
          </p:nvCxnSpPr>
          <p:spPr>
            <a:xfrm flipH="1">
              <a:off x="6494528" y="3424474"/>
              <a:ext cx="1127670" cy="1142801"/>
            </a:xfrm>
            <a:prstGeom prst="straightConnector1">
              <a:avLst/>
            </a:prstGeom>
            <a:ln w="3175"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66BAF55-980E-D2DF-300A-AC8CE332A38D}"/>
                </a:ext>
              </a:extLst>
            </p:cNvPr>
            <p:cNvSpPr txBox="1"/>
            <p:nvPr/>
          </p:nvSpPr>
          <p:spPr>
            <a:xfrm>
              <a:off x="5840928" y="4507466"/>
              <a:ext cx="709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R35mm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E1A56FDC-3B57-E48F-9556-82E8BC661311}"/>
                </a:ext>
              </a:extLst>
            </p:cNvPr>
            <p:cNvCxnSpPr>
              <a:endCxn id="4" idx="1"/>
            </p:cNvCxnSpPr>
            <p:nvPr/>
          </p:nvCxnSpPr>
          <p:spPr>
            <a:xfrm flipH="1" flipV="1">
              <a:off x="5682463" y="1489265"/>
              <a:ext cx="1939735" cy="1935209"/>
            </a:xfrm>
            <a:prstGeom prst="straightConnector1">
              <a:avLst/>
            </a:prstGeom>
            <a:ln w="3175"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2FF08D9-078A-4E4F-1C08-287ABD32FFE0}"/>
                </a:ext>
              </a:extLst>
            </p:cNvPr>
            <p:cNvSpPr txBox="1"/>
            <p:nvPr/>
          </p:nvSpPr>
          <p:spPr>
            <a:xfrm>
              <a:off x="4996695" y="1331602"/>
              <a:ext cx="7094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R60mm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77DE2E21-B3FB-58C4-67F8-55A7898FA1E7}"/>
                </a:ext>
              </a:extLst>
            </p:cNvPr>
            <p:cNvCxnSpPr>
              <a:endCxn id="46" idx="0"/>
            </p:cNvCxnSpPr>
            <p:nvPr/>
          </p:nvCxnSpPr>
          <p:spPr>
            <a:xfrm flipV="1">
              <a:off x="6280337" y="3333034"/>
              <a:ext cx="0" cy="182880"/>
            </a:xfrm>
            <a:prstGeom prst="straightConnector1">
              <a:avLst/>
            </a:prstGeom>
            <a:ln w="3175"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17F63A4-493C-3621-F60B-424FD81A715B}"/>
                    </a:ext>
                  </a:extLst>
                </p:cNvPr>
                <p:cNvSpPr txBox="1"/>
                <p:nvPr/>
              </p:nvSpPr>
              <p:spPr>
                <a:xfrm>
                  <a:off x="6016178" y="2857091"/>
                  <a:ext cx="50239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a14:m>
                  <a:r>
                    <a:rPr lang="en-US" sz="1200" dirty="0"/>
                    <a:t>4 </a:t>
                  </a:r>
                </a:p>
                <a:p>
                  <a:pPr algn="ctr"/>
                  <a:r>
                    <a:rPr lang="en-US" sz="1200" dirty="0"/>
                    <a:t>mm</a:t>
                  </a:r>
                </a:p>
              </p:txBody>
            </p:sp>
          </mc:Choice>
          <mc:Fallback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17F63A4-493C-3621-F60B-424FD81A71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6178" y="2857091"/>
                  <a:ext cx="502394" cy="461665"/>
                </a:xfrm>
                <a:prstGeom prst="rect">
                  <a:avLst/>
                </a:prstGeom>
                <a:blipFill>
                  <a:blip r:embed="rId3"/>
                  <a:stretch>
                    <a:fillRect t="-1333" b="-10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4CCB3DFC-1E21-DD9E-CD21-DD6E671B2D02}"/>
                </a:ext>
              </a:extLst>
            </p:cNvPr>
            <p:cNvCxnSpPr>
              <a:cxnSpLocks/>
              <a:stCxn id="34" idx="5"/>
              <a:endCxn id="34" idx="1"/>
            </p:cNvCxnSpPr>
            <p:nvPr/>
          </p:nvCxnSpPr>
          <p:spPr>
            <a:xfrm flipH="1" flipV="1">
              <a:off x="8677479" y="4338926"/>
              <a:ext cx="323290" cy="323290"/>
            </a:xfrm>
            <a:prstGeom prst="straightConnector1">
              <a:avLst/>
            </a:prstGeom>
            <a:ln w="3175"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29BC4DCA-51F9-9B80-F6E5-8B07511F3142}"/>
                    </a:ext>
                  </a:extLst>
                </p:cNvPr>
                <p:cNvSpPr txBox="1"/>
                <p:nvPr/>
              </p:nvSpPr>
              <p:spPr>
                <a:xfrm>
                  <a:off x="8254594" y="3977897"/>
                  <a:ext cx="50239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sz="1200" b="0" i="0" smtClean="0">
                          <a:latin typeface="Cambria Math" panose="02040503050406030204" pitchFamily="18" charset="0"/>
                        </a:rPr>
                        <m:t>10</m:t>
                      </m:r>
                    </m:oMath>
                  </a14:m>
                  <a:r>
                    <a:rPr lang="en-US" sz="1200" dirty="0"/>
                    <a:t> </a:t>
                  </a:r>
                </a:p>
                <a:p>
                  <a:pPr algn="ctr"/>
                  <a:r>
                    <a:rPr lang="en-US" sz="1200" dirty="0"/>
                    <a:t>mm</a:t>
                  </a:r>
                </a:p>
              </p:txBody>
            </p:sp>
          </mc:Choice>
          <mc:Fallback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29BC4DCA-51F9-9B80-F6E5-8B07511F31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54594" y="3977897"/>
                  <a:ext cx="502394" cy="461665"/>
                </a:xfrm>
                <a:prstGeom prst="rect">
                  <a:avLst/>
                </a:prstGeom>
                <a:blipFill>
                  <a:blip r:embed="rId4"/>
                  <a:stretch>
                    <a:fillRect b="-10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68830C1B-7CED-39E1-EBC0-176C053D7436}"/>
                </a:ext>
              </a:extLst>
            </p:cNvPr>
            <p:cNvCxnSpPr>
              <a:cxnSpLocks/>
              <a:stCxn id="33" idx="6"/>
              <a:endCxn id="33" idx="2"/>
            </p:cNvCxnSpPr>
            <p:nvPr/>
          </p:nvCxnSpPr>
          <p:spPr>
            <a:xfrm flipV="1">
              <a:off x="8360992" y="4008928"/>
              <a:ext cx="956262" cy="983286"/>
            </a:xfrm>
            <a:prstGeom prst="straightConnector1">
              <a:avLst/>
            </a:prstGeom>
            <a:ln w="3175"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F145683A-9356-7C56-BA69-2B5A2E52F925}"/>
                    </a:ext>
                  </a:extLst>
                </p:cNvPr>
                <p:cNvSpPr txBox="1"/>
                <p:nvPr/>
              </p:nvSpPr>
              <p:spPr>
                <a:xfrm>
                  <a:off x="9301128" y="3610768"/>
                  <a:ext cx="50239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sz="1200" b="0" i="0" smtClean="0">
                          <a:latin typeface="Cambria Math" panose="02040503050406030204" pitchFamily="18" charset="0"/>
                        </a:rPr>
                        <m:t>30</m:t>
                      </m:r>
                    </m:oMath>
                  </a14:m>
                  <a:r>
                    <a:rPr lang="en-US" sz="1200" dirty="0"/>
                    <a:t> </a:t>
                  </a:r>
                </a:p>
                <a:p>
                  <a:pPr algn="ctr"/>
                  <a:r>
                    <a:rPr lang="en-US" sz="1200" dirty="0"/>
                    <a:t>mm</a:t>
                  </a:r>
                </a:p>
              </p:txBody>
            </p:sp>
          </mc:Choice>
          <mc:Fallback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F145683A-9356-7C56-BA69-2B5A2E52F9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01128" y="3610768"/>
                  <a:ext cx="502394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92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C37D70D5-5796-F9BA-FCB5-0B21B2E2E67B}"/>
                </a:ext>
              </a:extLst>
            </p:cNvPr>
            <p:cNvGrpSpPr/>
            <p:nvPr/>
          </p:nvGrpSpPr>
          <p:grpSpPr>
            <a:xfrm>
              <a:off x="6961405" y="1142002"/>
              <a:ext cx="1326634" cy="1374835"/>
              <a:chOff x="6961405" y="1142002"/>
              <a:chExt cx="1326634" cy="1374835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41E013B3-419E-396F-1044-56CE446A097D}"/>
                  </a:ext>
                </a:extLst>
              </p:cNvPr>
              <p:cNvSpPr/>
              <p:nvPr/>
            </p:nvSpPr>
            <p:spPr>
              <a:xfrm>
                <a:off x="7164998" y="1378363"/>
                <a:ext cx="914400" cy="914400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6F83AD8F-0359-95C7-C541-F1D054E725E8}"/>
                  </a:ext>
                </a:extLst>
              </p:cNvPr>
              <p:cNvGrpSpPr/>
              <p:nvPr/>
            </p:nvGrpSpPr>
            <p:grpSpPr>
              <a:xfrm>
                <a:off x="6961405" y="1142002"/>
                <a:ext cx="1326634" cy="1374835"/>
                <a:chOff x="6961405" y="1142002"/>
                <a:chExt cx="1326634" cy="1374835"/>
              </a:xfrm>
            </p:grpSpPr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85435130-3A41-F5B5-CCFB-606880D1FD90}"/>
                    </a:ext>
                  </a:extLst>
                </p:cNvPr>
                <p:cNvSpPr/>
                <p:nvPr/>
              </p:nvSpPr>
              <p:spPr>
                <a:xfrm flipH="1" flipV="1">
                  <a:off x="7830839" y="1721263"/>
                  <a:ext cx="457200" cy="228600"/>
                </a:xfrm>
                <a:prstGeom prst="ellipse">
                  <a:avLst/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A5124E4A-B23F-A14F-59FB-6B81BD119B38}"/>
                    </a:ext>
                  </a:extLst>
                </p:cNvPr>
                <p:cNvSpPr/>
                <p:nvPr/>
              </p:nvSpPr>
              <p:spPr>
                <a:xfrm flipH="1" flipV="1">
                  <a:off x="6961405" y="1721263"/>
                  <a:ext cx="457200" cy="228600"/>
                </a:xfrm>
                <a:prstGeom prst="ellipse">
                  <a:avLst/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00D7CC01-CBC8-F15F-DE54-DC061559CD63}"/>
                    </a:ext>
                  </a:extLst>
                </p:cNvPr>
                <p:cNvSpPr/>
                <p:nvPr/>
              </p:nvSpPr>
              <p:spPr>
                <a:xfrm rot="5400000" flipH="1" flipV="1">
                  <a:off x="7393598" y="2173937"/>
                  <a:ext cx="457200" cy="228600"/>
                </a:xfrm>
                <a:prstGeom prst="ellipse">
                  <a:avLst/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2538A5BF-23D4-C481-F126-3616136CAA3E}"/>
                    </a:ext>
                  </a:extLst>
                </p:cNvPr>
                <p:cNvSpPr/>
                <p:nvPr/>
              </p:nvSpPr>
              <p:spPr>
                <a:xfrm rot="5400000" flipH="1" flipV="1">
                  <a:off x="7393598" y="1256302"/>
                  <a:ext cx="457200" cy="228600"/>
                </a:xfrm>
                <a:prstGeom prst="ellipse">
                  <a:avLst/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57" name="Oval 56">
                  <a:extLst>
                    <a:ext uri="{FF2B5EF4-FFF2-40B4-BE49-F238E27FC236}">
                      <a16:creationId xmlns:a16="http://schemas.microsoft.com/office/drawing/2014/main" id="{6A6EA457-3582-1B27-F360-9E7A72F3ED91}"/>
                    </a:ext>
                  </a:extLst>
                </p:cNvPr>
                <p:cNvSpPr/>
                <p:nvPr/>
              </p:nvSpPr>
              <p:spPr>
                <a:xfrm rot="2700000" flipH="1" flipV="1">
                  <a:off x="7724771" y="2046754"/>
                  <a:ext cx="457200" cy="228600"/>
                </a:xfrm>
                <a:prstGeom prst="ellipse">
                  <a:avLst/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CA024AFD-32C6-D623-115C-3AE871C6B154}"/>
                    </a:ext>
                  </a:extLst>
                </p:cNvPr>
                <p:cNvSpPr/>
                <p:nvPr/>
              </p:nvSpPr>
              <p:spPr>
                <a:xfrm rot="2700000" flipH="1" flipV="1">
                  <a:off x="7087128" y="1395182"/>
                  <a:ext cx="457200" cy="228600"/>
                </a:xfrm>
                <a:prstGeom prst="ellipse">
                  <a:avLst/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grpSp>
              <p:nvGrpSpPr>
                <p:cNvPr id="61" name="Group 60">
                  <a:extLst>
                    <a:ext uri="{FF2B5EF4-FFF2-40B4-BE49-F238E27FC236}">
                      <a16:creationId xmlns:a16="http://schemas.microsoft.com/office/drawing/2014/main" id="{D9F6AF3C-A598-5AA0-6935-804708B7EAB0}"/>
                    </a:ext>
                  </a:extLst>
                </p:cNvPr>
                <p:cNvGrpSpPr/>
                <p:nvPr/>
              </p:nvGrpSpPr>
              <p:grpSpPr>
                <a:xfrm flipH="1">
                  <a:off x="7175966" y="1279596"/>
                  <a:ext cx="866243" cy="1108772"/>
                  <a:chOff x="7353828" y="1433282"/>
                  <a:chExt cx="866243" cy="1108772"/>
                </a:xfrm>
              </p:grpSpPr>
              <p:sp>
                <p:nvSpPr>
                  <p:cNvPr id="59" name="Oval 58">
                    <a:extLst>
                      <a:ext uri="{FF2B5EF4-FFF2-40B4-BE49-F238E27FC236}">
                        <a16:creationId xmlns:a16="http://schemas.microsoft.com/office/drawing/2014/main" id="{9D379212-742E-B7F8-1831-71269C2276DC}"/>
                      </a:ext>
                    </a:extLst>
                  </p:cNvPr>
                  <p:cNvSpPr/>
                  <p:nvPr/>
                </p:nvSpPr>
                <p:spPr>
                  <a:xfrm rot="2700000" flipH="1" flipV="1">
                    <a:off x="7877171" y="2199154"/>
                    <a:ext cx="457200" cy="228600"/>
                  </a:xfrm>
                  <a:prstGeom prst="ellipse">
                    <a:avLst/>
                  </a:prstGeom>
                  <a:solidFill>
                    <a:schemeClr val="bg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60" name="Oval 59">
                    <a:extLst>
                      <a:ext uri="{FF2B5EF4-FFF2-40B4-BE49-F238E27FC236}">
                        <a16:creationId xmlns:a16="http://schemas.microsoft.com/office/drawing/2014/main" id="{F6ECAF9A-5536-A10D-0CB1-AF9EB9355E5C}"/>
                      </a:ext>
                    </a:extLst>
                  </p:cNvPr>
                  <p:cNvSpPr/>
                  <p:nvPr/>
                </p:nvSpPr>
                <p:spPr>
                  <a:xfrm rot="2700000" flipH="1" flipV="1">
                    <a:off x="7239528" y="1547582"/>
                    <a:ext cx="457200" cy="228600"/>
                  </a:xfrm>
                  <a:prstGeom prst="ellipse">
                    <a:avLst/>
                  </a:prstGeom>
                  <a:solidFill>
                    <a:schemeClr val="bg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</p:grp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A1F6B4B4-4AE1-411A-7C83-A21B894FB33A}"/>
                </a:ext>
              </a:extLst>
            </p:cNvPr>
            <p:cNvCxnSpPr>
              <a:cxnSpLocks/>
              <a:stCxn id="57" idx="6"/>
              <a:endCxn id="57" idx="2"/>
            </p:cNvCxnSpPr>
            <p:nvPr/>
          </p:nvCxnSpPr>
          <p:spPr>
            <a:xfrm>
              <a:off x="7791726" y="1999409"/>
              <a:ext cx="323290" cy="323290"/>
            </a:xfrm>
            <a:prstGeom prst="straightConnector1">
              <a:avLst/>
            </a:prstGeom>
            <a:ln w="3175"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05764AC6-6EE3-24EA-C29D-81A99FC8ED1E}"/>
                    </a:ext>
                  </a:extLst>
                </p:cNvPr>
                <p:cNvSpPr txBox="1"/>
                <p:nvPr/>
              </p:nvSpPr>
              <p:spPr>
                <a:xfrm>
                  <a:off x="7856926" y="2390098"/>
                  <a:ext cx="1407755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a14:m>
                  <a:r>
                    <a:rPr lang="en-US" sz="1200" dirty="0"/>
                    <a:t>(10,5,5)mm</a:t>
                  </a:r>
                </a:p>
              </p:txBody>
            </p:sp>
          </mc:Choice>
          <mc:Fallback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05764AC6-6EE3-24EA-C29D-81A99FC8ED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56926" y="2390098"/>
                  <a:ext cx="1407755" cy="276999"/>
                </a:xfrm>
                <a:prstGeom prst="rect">
                  <a:avLst/>
                </a:prstGeom>
                <a:blipFill>
                  <a:blip r:embed="rId6"/>
                  <a:stretch>
                    <a:fillRect b="-152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C18211C4-DB45-E487-CF31-3C49CF076379}"/>
                </a:ext>
              </a:extLst>
            </p:cNvPr>
            <p:cNvCxnSpPr>
              <a:cxnSpLocks/>
              <a:stCxn id="10" idx="0"/>
            </p:cNvCxnSpPr>
            <p:nvPr/>
          </p:nvCxnSpPr>
          <p:spPr>
            <a:xfrm flipV="1">
              <a:off x="7626040" y="1648748"/>
              <a:ext cx="408154" cy="186815"/>
            </a:xfrm>
            <a:prstGeom prst="straightConnector1">
              <a:avLst/>
            </a:prstGeom>
            <a:ln w="3175"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83364F0F-5805-FC9E-BF06-EBF22589424A}"/>
                    </a:ext>
                  </a:extLst>
                </p:cNvPr>
                <p:cNvSpPr txBox="1"/>
                <p:nvPr/>
              </p:nvSpPr>
              <p:spPr>
                <a:xfrm>
                  <a:off x="7965098" y="1468728"/>
                  <a:ext cx="82256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a14:m>
                  <a:r>
                    <a:rPr lang="en-US" sz="1200" dirty="0"/>
                    <a:t>10mm</a:t>
                  </a:r>
                </a:p>
              </p:txBody>
            </p:sp>
          </mc:Choice>
          <mc:Fallback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83364F0F-5805-FC9E-BF06-EBF2258942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5098" y="1468728"/>
                  <a:ext cx="822563" cy="276999"/>
                </a:xfrm>
                <a:prstGeom prst="rect">
                  <a:avLst/>
                </a:prstGeom>
                <a:blipFill>
                  <a:blip r:embed="rId7"/>
                  <a:stretch>
                    <a:fillRect t="-2222" b="-177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160005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A9701-EBD0-1572-EB1A-3E6D7BDCE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 57">
            <a:extLst>
              <a:ext uri="{FF2B5EF4-FFF2-40B4-BE49-F238E27FC236}">
                <a16:creationId xmlns:a16="http://schemas.microsoft.com/office/drawing/2014/main" id="{148CEA1F-55C8-F07D-012F-B220E0F17BD5}"/>
              </a:ext>
            </a:extLst>
          </p:cNvPr>
          <p:cNvGrpSpPr/>
          <p:nvPr/>
        </p:nvGrpSpPr>
        <p:grpSpPr>
          <a:xfrm>
            <a:off x="4057650" y="189984"/>
            <a:ext cx="6215679" cy="6204466"/>
            <a:chOff x="4057650" y="189984"/>
            <a:chExt cx="6215679" cy="620446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0E99E1F-5E96-7B8B-6D54-1A1D8D571871}"/>
                </a:ext>
              </a:extLst>
            </p:cNvPr>
            <p:cNvSpPr/>
            <p:nvPr/>
          </p:nvSpPr>
          <p:spPr>
            <a:xfrm>
              <a:off x="5635626" y="685800"/>
              <a:ext cx="3203574" cy="5486400"/>
            </a:xfrm>
            <a:custGeom>
              <a:avLst/>
              <a:gdLst>
                <a:gd name="connsiteX0" fmla="*/ 460374 w 3203574"/>
                <a:gd name="connsiteY0" fmla="*/ 0 h 5486400"/>
                <a:gd name="connsiteX1" fmla="*/ 3203574 w 3203574"/>
                <a:gd name="connsiteY1" fmla="*/ 2743200 h 5486400"/>
                <a:gd name="connsiteX2" fmla="*/ 460374 w 3203574"/>
                <a:gd name="connsiteY2" fmla="*/ 5486400 h 5486400"/>
                <a:gd name="connsiteX3" fmla="*/ 179898 w 3203574"/>
                <a:gd name="connsiteY3" fmla="*/ 5472237 h 5486400"/>
                <a:gd name="connsiteX4" fmla="*/ 0 w 3203574"/>
                <a:gd name="connsiteY4" fmla="*/ 5444782 h 5486400"/>
                <a:gd name="connsiteX5" fmla="*/ 0 w 3203574"/>
                <a:gd name="connsiteY5" fmla="*/ 41619 h 5486400"/>
                <a:gd name="connsiteX6" fmla="*/ 179898 w 3203574"/>
                <a:gd name="connsiteY6" fmla="*/ 14163 h 5486400"/>
                <a:gd name="connsiteX7" fmla="*/ 460374 w 3203574"/>
                <a:gd name="connsiteY7" fmla="*/ 0 h 548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03574" h="5486400">
                  <a:moveTo>
                    <a:pt x="460374" y="0"/>
                  </a:moveTo>
                  <a:cubicBezTo>
                    <a:pt x="1975402" y="0"/>
                    <a:pt x="3203574" y="1228172"/>
                    <a:pt x="3203574" y="2743200"/>
                  </a:cubicBezTo>
                  <a:cubicBezTo>
                    <a:pt x="3203574" y="4258228"/>
                    <a:pt x="1975402" y="5486400"/>
                    <a:pt x="460374" y="5486400"/>
                  </a:cubicBezTo>
                  <a:cubicBezTo>
                    <a:pt x="365685" y="5486400"/>
                    <a:pt x="272116" y="5481603"/>
                    <a:pt x="179898" y="5472237"/>
                  </a:cubicBezTo>
                  <a:lnTo>
                    <a:pt x="0" y="5444782"/>
                  </a:lnTo>
                  <a:lnTo>
                    <a:pt x="0" y="41619"/>
                  </a:lnTo>
                  <a:lnTo>
                    <a:pt x="179898" y="14163"/>
                  </a:lnTo>
                  <a:cubicBezTo>
                    <a:pt x="272116" y="4798"/>
                    <a:pt x="365685" y="0"/>
                    <a:pt x="460374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01734AC8-C04D-E6A4-8A78-B221DAC6C2E9}"/>
                </a:ext>
              </a:extLst>
            </p:cNvPr>
            <p:cNvCxnSpPr>
              <a:cxnSpLocks/>
            </p:cNvCxnSpPr>
            <p:nvPr/>
          </p:nvCxnSpPr>
          <p:spPr>
            <a:xfrm>
              <a:off x="4057650" y="3429000"/>
              <a:ext cx="5848350" cy="0"/>
            </a:xfrm>
            <a:prstGeom prst="straightConnector1">
              <a:avLst/>
            </a:prstGeom>
            <a:ln w="6350"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DCDC86FD-8BC3-D404-816E-E8B9C5C4FC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317500"/>
              <a:ext cx="0" cy="6076950"/>
            </a:xfrm>
            <a:prstGeom prst="straightConnector1">
              <a:avLst/>
            </a:prstGeom>
            <a:ln w="6350"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BBE1842-8AAE-B167-1CF7-CD5B327D8A99}"/>
                </a:ext>
              </a:extLst>
            </p:cNvPr>
            <p:cNvSpPr txBox="1"/>
            <p:nvPr/>
          </p:nvSpPr>
          <p:spPr>
            <a:xfrm>
              <a:off x="9970041" y="3244334"/>
              <a:ext cx="3032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Z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311917B-0FB4-BEB7-0D5A-07094C11086E}"/>
                </a:ext>
              </a:extLst>
            </p:cNvPr>
            <p:cNvSpPr txBox="1"/>
            <p:nvPr/>
          </p:nvSpPr>
          <p:spPr>
            <a:xfrm>
              <a:off x="6223541" y="189984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EAF1548-C2EE-A3BE-F38F-38D48C8169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38800" y="1200150"/>
              <a:ext cx="457200" cy="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D5DEE9E-C345-D06F-896E-9459CADA5031}"/>
                </a:ext>
              </a:extLst>
            </p:cNvPr>
            <p:cNvSpPr txBox="1"/>
            <p:nvPr/>
          </p:nvSpPr>
          <p:spPr>
            <a:xfrm>
              <a:off x="5645148" y="1226162"/>
              <a:ext cx="52705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10 mm</a:t>
              </a: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FEB7B971-E552-0607-3D75-466FD99F3AD5}"/>
                </a:ext>
              </a:extLst>
            </p:cNvPr>
            <p:cNvGrpSpPr/>
            <p:nvPr/>
          </p:nvGrpSpPr>
          <p:grpSpPr>
            <a:xfrm>
              <a:off x="6311345" y="4308699"/>
              <a:ext cx="1371600" cy="1371600"/>
              <a:chOff x="6627125" y="3814771"/>
              <a:chExt cx="1371600" cy="1371600"/>
            </a:xfrm>
          </p:grpSpPr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492143F7-199A-2726-5765-C0C0A798415B}"/>
                  </a:ext>
                </a:extLst>
              </p:cNvPr>
              <p:cNvSpPr/>
              <p:nvPr/>
            </p:nvSpPr>
            <p:spPr>
              <a:xfrm rot="18852103" flipH="1" flipV="1">
                <a:off x="6627125" y="3814771"/>
                <a:ext cx="1371600" cy="1371600"/>
              </a:xfrm>
              <a:prstGeom prst="ellipse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C03C8BD3-9871-96D5-C60A-F595721FC7A6}"/>
                  </a:ext>
                </a:extLst>
              </p:cNvPr>
              <p:cNvSpPr/>
              <p:nvPr/>
            </p:nvSpPr>
            <p:spPr>
              <a:xfrm rot="10800000" flipH="1" flipV="1">
                <a:off x="7084326" y="4271971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3B46E358-D946-A7BA-F58A-0A90D058AE18}"/>
                </a:ext>
              </a:extLst>
            </p:cNvPr>
            <p:cNvGrpSpPr/>
            <p:nvPr/>
          </p:nvGrpSpPr>
          <p:grpSpPr>
            <a:xfrm rot="5400000">
              <a:off x="6482338" y="1822285"/>
              <a:ext cx="1042314" cy="228600"/>
              <a:chOff x="4120982" y="3310174"/>
              <a:chExt cx="1042314" cy="228600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8A2ED0CC-629E-5C29-0A34-CB3CF3E94776}"/>
                  </a:ext>
                </a:extLst>
              </p:cNvPr>
              <p:cNvSpPr/>
              <p:nvPr/>
            </p:nvSpPr>
            <p:spPr>
              <a:xfrm>
                <a:off x="4120982" y="3401614"/>
                <a:ext cx="45719" cy="45720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83F6B8E0-6A7C-4396-F706-EC0E9568E0A2}"/>
                  </a:ext>
                </a:extLst>
              </p:cNvPr>
              <p:cNvSpPr/>
              <p:nvPr/>
            </p:nvSpPr>
            <p:spPr>
              <a:xfrm>
                <a:off x="4252492" y="3378754"/>
                <a:ext cx="91440" cy="91440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7455AB42-FBA7-C842-447A-D7A3B0FE5556}"/>
                  </a:ext>
                </a:extLst>
              </p:cNvPr>
              <p:cNvSpPr/>
              <p:nvPr/>
            </p:nvSpPr>
            <p:spPr>
              <a:xfrm>
                <a:off x="4434834" y="3355894"/>
                <a:ext cx="137160" cy="137160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59FB5763-3FA3-AC5F-B4CC-EF6D5FAEB648}"/>
                  </a:ext>
                </a:extLst>
              </p:cNvPr>
              <p:cNvSpPr/>
              <p:nvPr/>
            </p:nvSpPr>
            <p:spPr>
              <a:xfrm>
                <a:off x="4662699" y="3333034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9DC6675F-73D4-AAEB-B978-86AF4FD9FA07}"/>
                  </a:ext>
                </a:extLst>
              </p:cNvPr>
              <p:cNvSpPr/>
              <p:nvPr/>
            </p:nvSpPr>
            <p:spPr>
              <a:xfrm>
                <a:off x="4934696" y="3310174"/>
                <a:ext cx="228600" cy="228600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</p:grp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C467A516-750C-3E12-BD20-908B842EB7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97145" y="265705"/>
              <a:ext cx="0" cy="6076950"/>
            </a:xfrm>
            <a:prstGeom prst="straightConnector1">
              <a:avLst/>
            </a:prstGeom>
            <a:ln w="6350"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28712B5-36B0-9C9C-E611-D00BC83311E6}"/>
                </a:ext>
              </a:extLst>
            </p:cNvPr>
            <p:cNvGrpSpPr/>
            <p:nvPr/>
          </p:nvGrpSpPr>
          <p:grpSpPr>
            <a:xfrm>
              <a:off x="7271852" y="2741582"/>
              <a:ext cx="1326634" cy="1374835"/>
              <a:chOff x="6961405" y="1142002"/>
              <a:chExt cx="1326634" cy="1374835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4AC10AC8-4636-C5F3-A419-AA358F577271}"/>
                  </a:ext>
                </a:extLst>
              </p:cNvPr>
              <p:cNvSpPr/>
              <p:nvPr/>
            </p:nvSpPr>
            <p:spPr>
              <a:xfrm>
                <a:off x="7164998" y="1378363"/>
                <a:ext cx="914400" cy="914400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C0607EAD-99B4-F8A1-569E-0A39BA1215A6}"/>
                  </a:ext>
                </a:extLst>
              </p:cNvPr>
              <p:cNvGrpSpPr/>
              <p:nvPr/>
            </p:nvGrpSpPr>
            <p:grpSpPr>
              <a:xfrm>
                <a:off x="6961405" y="1142002"/>
                <a:ext cx="1326634" cy="1374835"/>
                <a:chOff x="6961405" y="1142002"/>
                <a:chExt cx="1326634" cy="1374835"/>
              </a:xfrm>
            </p:grpSpPr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F1703303-81E1-7650-5DA9-2F25E2F4E75C}"/>
                    </a:ext>
                  </a:extLst>
                </p:cNvPr>
                <p:cNvSpPr/>
                <p:nvPr/>
              </p:nvSpPr>
              <p:spPr>
                <a:xfrm flipH="1" flipV="1">
                  <a:off x="7830839" y="1721263"/>
                  <a:ext cx="457200" cy="228600"/>
                </a:xfrm>
                <a:prstGeom prst="ellipse">
                  <a:avLst/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149FEE18-43FF-21B7-A6A9-692C5FFB4282}"/>
                    </a:ext>
                  </a:extLst>
                </p:cNvPr>
                <p:cNvSpPr/>
                <p:nvPr/>
              </p:nvSpPr>
              <p:spPr>
                <a:xfrm flipH="1" flipV="1">
                  <a:off x="6961405" y="1721263"/>
                  <a:ext cx="457200" cy="228600"/>
                </a:xfrm>
                <a:prstGeom prst="ellipse">
                  <a:avLst/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708B53F7-A713-34AD-9F53-665C29BCCA69}"/>
                    </a:ext>
                  </a:extLst>
                </p:cNvPr>
                <p:cNvSpPr/>
                <p:nvPr/>
              </p:nvSpPr>
              <p:spPr>
                <a:xfrm rot="5400000" flipH="1" flipV="1">
                  <a:off x="7393598" y="2173937"/>
                  <a:ext cx="457200" cy="228600"/>
                </a:xfrm>
                <a:prstGeom prst="ellipse">
                  <a:avLst/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286CBEB7-042A-D247-D480-2D42D0BA40DB}"/>
                    </a:ext>
                  </a:extLst>
                </p:cNvPr>
                <p:cNvSpPr/>
                <p:nvPr/>
              </p:nvSpPr>
              <p:spPr>
                <a:xfrm rot="5400000" flipH="1" flipV="1">
                  <a:off x="7393598" y="1256302"/>
                  <a:ext cx="457200" cy="228600"/>
                </a:xfrm>
                <a:prstGeom prst="ellipse">
                  <a:avLst/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B3CF5A36-05E5-E02C-C1DB-16E0FEDC751E}"/>
                    </a:ext>
                  </a:extLst>
                </p:cNvPr>
                <p:cNvSpPr/>
                <p:nvPr/>
              </p:nvSpPr>
              <p:spPr>
                <a:xfrm rot="2700000" flipH="1" flipV="1">
                  <a:off x="7724771" y="2046754"/>
                  <a:ext cx="457200" cy="228600"/>
                </a:xfrm>
                <a:prstGeom prst="ellipse">
                  <a:avLst/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1FD488C8-A44E-759B-660F-4435053C5626}"/>
                    </a:ext>
                  </a:extLst>
                </p:cNvPr>
                <p:cNvSpPr/>
                <p:nvPr/>
              </p:nvSpPr>
              <p:spPr>
                <a:xfrm rot="2700000" flipH="1" flipV="1">
                  <a:off x="7087128" y="1395182"/>
                  <a:ext cx="457200" cy="228600"/>
                </a:xfrm>
                <a:prstGeom prst="ellipse">
                  <a:avLst/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17AFF12C-D30E-1604-2C7F-0FA4676A72F5}"/>
                    </a:ext>
                  </a:extLst>
                </p:cNvPr>
                <p:cNvGrpSpPr/>
                <p:nvPr/>
              </p:nvGrpSpPr>
              <p:grpSpPr>
                <a:xfrm flipH="1">
                  <a:off x="7175966" y="1279596"/>
                  <a:ext cx="866243" cy="1108772"/>
                  <a:chOff x="7353828" y="1433282"/>
                  <a:chExt cx="866243" cy="1108772"/>
                </a:xfrm>
              </p:grpSpPr>
              <p:sp>
                <p:nvSpPr>
                  <p:cNvPr id="41" name="Oval 40">
                    <a:extLst>
                      <a:ext uri="{FF2B5EF4-FFF2-40B4-BE49-F238E27FC236}">
                        <a16:creationId xmlns:a16="http://schemas.microsoft.com/office/drawing/2014/main" id="{D1052A8E-A2B2-B594-EECA-CDBE17644704}"/>
                      </a:ext>
                    </a:extLst>
                  </p:cNvPr>
                  <p:cNvSpPr/>
                  <p:nvPr/>
                </p:nvSpPr>
                <p:spPr>
                  <a:xfrm rot="2700000" flipH="1" flipV="1">
                    <a:off x="7877171" y="2199154"/>
                    <a:ext cx="457200" cy="228600"/>
                  </a:xfrm>
                  <a:prstGeom prst="ellipse">
                    <a:avLst/>
                  </a:prstGeom>
                  <a:solidFill>
                    <a:schemeClr val="bg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42" name="Oval 41">
                    <a:extLst>
                      <a:ext uri="{FF2B5EF4-FFF2-40B4-BE49-F238E27FC236}">
                        <a16:creationId xmlns:a16="http://schemas.microsoft.com/office/drawing/2014/main" id="{0CA3AB0A-875A-BAB6-4F4E-4889CC2D5965}"/>
                      </a:ext>
                    </a:extLst>
                  </p:cNvPr>
                  <p:cNvSpPr/>
                  <p:nvPr/>
                </p:nvSpPr>
                <p:spPr>
                  <a:xfrm rot="2700000" flipH="1" flipV="1">
                    <a:off x="7239528" y="1547582"/>
                    <a:ext cx="457200" cy="228600"/>
                  </a:xfrm>
                  <a:prstGeom prst="ellipse">
                    <a:avLst/>
                  </a:prstGeom>
                  <a:solidFill>
                    <a:schemeClr val="bg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</p:grp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E2BF45A0-E72B-D025-0ABF-2D1DF137AEB7}"/>
                </a:ext>
              </a:extLst>
            </p:cNvPr>
            <p:cNvSpPr/>
            <p:nvPr/>
          </p:nvSpPr>
          <p:spPr>
            <a:xfrm>
              <a:off x="4282135" y="1568451"/>
              <a:ext cx="3657600" cy="3657600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361BF6C9-4227-932F-AF1C-46C556B32851}"/>
                </a:ext>
              </a:extLst>
            </p:cNvPr>
            <p:cNvCxnSpPr/>
            <p:nvPr/>
          </p:nvCxnSpPr>
          <p:spPr>
            <a:xfrm flipH="1" flipV="1">
              <a:off x="4724400" y="2184692"/>
              <a:ext cx="1371600" cy="1244308"/>
            </a:xfrm>
            <a:prstGeom prst="straightConnector1">
              <a:avLst/>
            </a:prstGeom>
            <a:ln w="3175"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105B9F2-06EC-BB79-A051-8566E5E8C445}"/>
                </a:ext>
              </a:extLst>
            </p:cNvPr>
            <p:cNvSpPr txBox="1"/>
            <p:nvPr/>
          </p:nvSpPr>
          <p:spPr>
            <a:xfrm>
              <a:off x="4080584" y="2013211"/>
              <a:ext cx="70403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R40mm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D4A0AA3-4310-ABEE-BC8D-78805D9340FD}"/>
                </a:ext>
              </a:extLst>
            </p:cNvPr>
            <p:cNvSpPr txBox="1"/>
            <p:nvPr/>
          </p:nvSpPr>
          <p:spPr>
            <a:xfrm>
              <a:off x="7360751" y="5061173"/>
              <a:ext cx="26249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2</a:t>
              </a:r>
            </a:p>
          </p:txBody>
        </p: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E98D3DE5-A946-B775-1090-DD51F59E4A7D}"/>
                </a:ext>
              </a:extLst>
            </p:cNvPr>
            <p:cNvCxnSpPr/>
            <p:nvPr/>
          </p:nvCxnSpPr>
          <p:spPr>
            <a:xfrm>
              <a:off x="6096000" y="3429000"/>
              <a:ext cx="901145" cy="1562100"/>
            </a:xfrm>
            <a:prstGeom prst="straightConnector1">
              <a:avLst/>
            </a:prstGeom>
            <a:ln w="3175"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Arc 55">
              <a:extLst>
                <a:ext uri="{FF2B5EF4-FFF2-40B4-BE49-F238E27FC236}">
                  <a16:creationId xmlns:a16="http://schemas.microsoft.com/office/drawing/2014/main" id="{E5DFC993-DA29-1E94-F03A-EC67BE8608C1}"/>
                </a:ext>
              </a:extLst>
            </p:cNvPr>
            <p:cNvSpPr/>
            <p:nvPr/>
          </p:nvSpPr>
          <p:spPr>
            <a:xfrm>
              <a:off x="5903429" y="3713151"/>
              <a:ext cx="537539" cy="490767"/>
            </a:xfrm>
            <a:prstGeom prst="arc">
              <a:avLst>
                <a:gd name="adj1" fmla="val 739206"/>
                <a:gd name="adj2" fmla="val 6536140"/>
              </a:avLst>
            </a:prstGeom>
            <a:ln w="3175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D4D250D0-999C-BA37-5836-55D0EE37668B}"/>
                    </a:ext>
                  </a:extLst>
                </p:cNvPr>
                <p:cNvSpPr txBox="1"/>
                <p:nvPr/>
              </p:nvSpPr>
              <p:spPr>
                <a:xfrm>
                  <a:off x="6003982" y="3900518"/>
                  <a:ext cx="50556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30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oMath>
                    </m:oMathPara>
                  </a14:m>
                  <a:endParaRPr lang="en-US" sz="1200" dirty="0"/>
                </a:p>
              </p:txBody>
            </p:sp>
          </mc:Choice>
          <mc:Fallback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D4D250D0-999C-BA37-5836-55D0EE3766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3982" y="3900518"/>
                  <a:ext cx="505566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7203943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1196</TotalTime>
  <Words>157</Words>
  <Application>Microsoft Office PowerPoint</Application>
  <PresentationFormat>Widescreen</PresentationFormat>
  <Paragraphs>58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UC Santa Cruz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Zhicong Yu</dc:creator>
  <cp:lastModifiedBy>Zhicong Yu</cp:lastModifiedBy>
  <cp:revision>7</cp:revision>
  <dcterms:created xsi:type="dcterms:W3CDTF">2025-05-07T07:06:11Z</dcterms:created>
  <dcterms:modified xsi:type="dcterms:W3CDTF">2025-06-17T00:24:19Z</dcterms:modified>
</cp:coreProperties>
</file>